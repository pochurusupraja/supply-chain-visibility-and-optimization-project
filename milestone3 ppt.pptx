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64592" cy="6858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1288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241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024128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100" b="1">
                <a:solidFill>
                  <a:srgbClr val="D5EFF0"/>
                </a:solidFill>
                <a:latin typeface="Aptos"/>
              </a:defRPr>
            </a:pPr>
            <a:r>
              <a:t>Visibility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52928"/>
            <a:ext cx="85039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188F91"/>
                </a:solidFill>
                <a:latin typeface="Aptos"/>
              </a:defRPr>
            </a:pPr>
            <a:r>
              <a:t>Milestone 1 • Milestone 2 • Milestone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29000"/>
            <a:ext cx="85039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Transforming supply chain data into actionable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51960"/>
            <a:ext cx="85039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81728"/>
            <a:ext cx="8503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02352"/>
            <a:ext cx="8503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CDD5E1"/>
                </a:solidFill>
                <a:latin typeface="Aptos"/>
              </a:defRPr>
            </a:pPr>
            <a:r>
              <a:t>25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Project journey from raw data to business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54533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01  Introduction &amp; Problem 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3464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96265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02  Objectives &amp;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251960"/>
            <a:ext cx="73152" cy="105156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37997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03  MILESTONE 1 – Data Preprocessing &amp; EDA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173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41732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154533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04  MILESTONE 2 – EDA &amp; Power BI Supply Chain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83464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834640"/>
            <a:ext cx="73152" cy="105156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296265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05  MILESTONE 3 – Advanced Supply Chain Dashboards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519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25196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4379976"/>
            <a:ext cx="491032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06  Insights, Recommendations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data preprocessing to supply chain performance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Planning, sourcing, manufacturing, transport, and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Monitor inventory, suppliers, logistics, and fulfillment.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1325880"/>
            <a:ext cx="73152" cy="18288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Identify bottlenecks, control costs, and improve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57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4223D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Data preprocessing and data-quality preparation.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Interactive dashboards and performance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8640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7717E"/>
                </a:solidFill>
                <a:latin typeface="Aptos"/>
              </a:defRPr>
            </a:pPr>
            <a:r>
              <a:t>Milestone 1 → Clean data  •  Milestone 2 → Analysis &amp; dashboards  •  Milestone 3 → Advanced performance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Common challenges in supply chain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Shortages and excess 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Delays and logistics inefficiencies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80" y="13258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Higher operational expenses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Inefficient inventory planning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274320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Supplier and product quality issues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274320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Reduced customer satisfaction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43400"/>
            <a:ext cx="11018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4343400"/>
            <a:ext cx="73152" cy="10515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4471416"/>
            <a:ext cx="10762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4846320"/>
            <a:ext cx="1076248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Analyze supply chain performance, identify inefficiencies, and support data-driven optimization.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aim to achieve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Understand and analyze the supply chain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Identify and resolve data-quality issues using Python.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Perform exploratory data analysis to identify patterns and trends.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6974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Develop interactive Power BI dashboards for supply chain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069080"/>
            <a:ext cx="73152" cy="1078992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1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Evaluate supplier, transportation, route, and carrier performance.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40690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Combine key performance indicators to generate actionable optimization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Supply chain dataset used for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1,540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697480"/>
            <a:ext cx="73152" cy="2057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Type • SKU • Price • Availability • Products Sold • 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2697480"/>
            <a:ext cx="73152" cy="2057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Shipping Time • Carrier • Shipping Cost • Transportation Mode •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55864" y="2697480"/>
            <a:ext cx="73152" cy="2057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0456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Supplier &amp; 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Supplier • Manufacturing Cost • Lead Time • Inspection • Defect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74920"/>
            <a:ext cx="10844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074920"/>
            <a:ext cx="73152" cy="8686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5202936"/>
            <a:ext cx="1058875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577840"/>
            <a:ext cx="10588752" cy="2468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Provide the data foundation for preprocessing, analysis, and dashboard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 Import &amp;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Initial inspection using Pandas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71600"/>
            <a:ext cx="73152" cy="15087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df.head()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Preview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10712" y="1371600"/>
            <a:ext cx="73152" cy="150876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75304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Rows and columns (1540, 24)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7064" y="1371600"/>
            <a:ext cx="73152" cy="150876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df.info()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Data types &amp; null 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1371600"/>
            <a:ext cx="257860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43416" y="1371600"/>
            <a:ext cx="73152" cy="15087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08008" y="1499616"/>
            <a:ext cx="232257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df.describe()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1874519"/>
            <a:ext cx="2322576" cy="8869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Statistical 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246120"/>
            <a:ext cx="10972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246120"/>
            <a:ext cx="73152" cy="10515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3741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749039"/>
            <a:ext cx="1071676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Understand the dataset structure, data types, missing values, and statistical characteristics before cleaning.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526280"/>
            <a:ext cx="10972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4526280"/>
            <a:ext cx="73152" cy="105156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65429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029200"/>
            <a:ext cx="1071676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Identified the data-quality issues that required preprocessing.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Preparing a clean and reliable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1. 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Load raw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2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2. Quality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Missing values, duplicates, formatting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83480" y="1371600"/>
            <a:ext cx="73152" cy="164592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48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3. Data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Clean and standardize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34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4.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Verify cleaned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55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5.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Prepare final dataset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42900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342900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35570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Data-quality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393192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Missing values • Duplicates • Data types • Formatting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452628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Clean, structured dataset ready for EDA and Power BI analysis.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452628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 &amp; reliable dataset for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EDA – Complete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Exploratory Data Analysis before deeper business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9601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10716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Examining, summarizing, cleaning, visualizing, and analyzing data to discover useful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Understand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79" y="2514600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514600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19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25711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Univariate / Bivariate / Multivariate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Statistical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7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79" y="3749039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4787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749039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Find Patterns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61119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25711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257800"/>
            <a:ext cx="10972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5257800"/>
            <a:ext cx="73152" cy="7498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53858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760720"/>
            <a:ext cx="10716768" cy="1280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Cleaned and analyzed data ready for dashboard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Supply Chain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Exploring supply chain performance using cleaned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801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8016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081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Inventory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830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Warehouse inventory • Inventory trend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081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Category &amp; Product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Daily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974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6974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Fulfillment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2004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On-time vs delayed delivery • Average delivery time 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974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Variance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2004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Variance = Actual − Target • Orders / Sales / Inventory / On-Time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148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11480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24281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Drill-down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61772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Region → State → City → Warehouse → Product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1148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114800"/>
            <a:ext cx="73152" cy="1143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24281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61772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Defines the analytical focus areas before viewing dashboard outputs.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1 – Supply Chain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Monitor overall inventory, revenue, shipping, and fulfillment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.jpg"/>
          <p:cNvPicPr>
            <a:picLocks noChangeAspect="1"/>
          </p:cNvPicPr>
          <p:nvPr/>
        </p:nvPicPr>
        <p:blipFill>
          <a:blip r:embed="rId2"/>
          <a:srcRect l="2517" t="11904" r="26014" b="12008"/>
          <a:stretch>
            <a:fillRect/>
          </a:stretch>
        </p:blipFill>
        <p:spPr>
          <a:xfrm>
            <a:off x="502920" y="1234440"/>
            <a:ext cx="7818120" cy="5074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75.62K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Inventory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3.75M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Turnover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8.84M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5.74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Avg. Shipping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90.38%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Fulfillment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2 – Product &amp; Supplier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Compare product, supplier, quality, and transportation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.jpg"/>
          <p:cNvPicPr>
            <a:picLocks noChangeAspect="1"/>
          </p:cNvPicPr>
          <p:nvPr/>
        </p:nvPicPr>
        <p:blipFill>
          <a:blip r:embed="rId2"/>
          <a:srcRect l="2372" t="17449" r="24937" b="13090"/>
          <a:stretch>
            <a:fillRect/>
          </a:stretch>
        </p:blipFill>
        <p:spPr>
          <a:xfrm>
            <a:off x="502921" y="1371600"/>
            <a:ext cx="7818120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2834640" cy="4069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Supplier 1: Highest inventory value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Cosmetics: Higher defect values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Pending Inspections: 45.15%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Road Inventory Share: 41.37%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Sales by Supplier &amp; Product Type: Itemized tracking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Carrier Comparison: Shipping time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Key observations from the existing Power BI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Skincare contributes strongly to inventory and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Transportation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Road has the largest inventory share (41.37%).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65176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Fulfillment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On-time fulfillment is 90.38%.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Average shipping time is 5.74 days.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Supplier 1 has the highest inventory value.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Cosmetics show comparatively higher defect 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Which suppliers are performing well and which need improvement?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3258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Evaluation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7040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• Products Sold • Average Price • Stock Levels • Product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74320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74320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7121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4612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8.84M • Products Sold 710.28K • Average Price 48.26 • Stock Levels 75.62K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Summarizes supplier-related sales, product and stock performance in one view.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2B8FE4-6900-944A-CE1B-AA80F659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5" t="7808" r="8500" b="5547"/>
          <a:stretch>
            <a:fillRect/>
          </a:stretch>
        </p:blipFill>
        <p:spPr>
          <a:xfrm>
            <a:off x="320040" y="1234440"/>
            <a:ext cx="7040880" cy="51572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Granular view of stock distribution, product contribution, and supplier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315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Stock by product type and location, SKU/product detail, supplier records and shipping cost by carrier.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 stock distribution, product contribution and logistics indicators across suppliers and locations.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detailed supplier/product view for identifying areas that need attention.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98E848-C2FB-472A-79FB-4D7C30106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8" t="12888" r="16332" b="15437"/>
          <a:stretch>
            <a:fillRect/>
          </a:stretch>
        </p:blipFill>
        <p:spPr>
          <a:xfrm>
            <a:off x="0" y="1234440"/>
            <a:ext cx="7818120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Supplier revenue contribution</a:t>
            </a:r>
            <a:br/>
            <a:r>
              <a:t>Product volume</a:t>
            </a:r>
            <a:br/>
            <a:r>
              <a:t>Stock levels</a:t>
            </a:r>
            <a:br/>
            <a:r>
              <a:t>Location distribution</a:t>
            </a:r>
            <a:br/>
            <a:r>
              <a:t>Logistics costs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Supplier performance should be evaluated using multiple indicators such as sales contribution, stock levels, product contribution, and logistics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A multi-metric supplier view supports more balanced supplier evaluation.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Where are we spending the most on transportation?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Average Shipping Cost 5.67 • Total Revenue 8.84M • 3 Carriers • 5 Suppliers • About 2K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9748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69748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2549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0040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Transportation Mode • Location • Carrier • Supplier •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Shows where transportation spending is concentrated and supports cost comparison.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3488DBE-966A-87E0-0202-42639DF9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03" t="18000" r="19758" b="13066"/>
          <a:stretch>
            <a:fillRect/>
          </a:stretch>
        </p:blipFill>
        <p:spPr>
          <a:xfrm>
            <a:off x="502921" y="1097280"/>
            <a:ext cx="6949440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Explore specific drivers generating high transportation expenses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315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Shipping cost by transportation mode, location, carrier, route, supplier and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Compare transportation cost across multiple dimensions to locate major cost drivers.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Uses comparisons and decomposition to locate major transportation cost drivers.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378C63-7CB1-B472-7745-CD041DDF9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23" t="19200" r="19676" b="13262"/>
          <a:stretch>
            <a:fillRect/>
          </a:stretch>
        </p:blipFill>
        <p:spPr>
          <a:xfrm>
            <a:off x="45720" y="1204550"/>
            <a:ext cx="7772400" cy="46317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Shipping costs across modes</a:t>
            </a:r>
            <a:br/>
            <a:r>
              <a:t>Locations</a:t>
            </a:r>
            <a:br/>
            <a:r>
              <a:t>Carriers</a:t>
            </a:r>
            <a:br/>
            <a:r>
              <a:t>Products</a:t>
            </a:r>
            <a:br/>
            <a:r>
              <a:t>Suppliers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Comparing transportation mode, location, and carrier helps identify major cost drivers and potential areas for logistics optimization.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Multi-dimensional cost analysis supports targeted transportation optimization.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Carrier Performance Analysis — compare carrier speed, cost and shipping quantity.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Total Shipments 1,535 • Avg Shipping Time 5.74 • Avg Shipping Cost 5.67 • Total Transportation Cost 811.51K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060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606040"/>
            <a:ext cx="73152" cy="14173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7340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1089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Carrier shipping time/cost, route shipping time, carrier speed vs cost, order quantity and shipping-time decomposition.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519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3799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7548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Compares carrier and route performance using a common KPI framework.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A6BD0B-848B-B83A-8C1D-58019B851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888" r="11867"/>
          <a:stretch>
            <a:fillRect/>
          </a:stretch>
        </p:blipFill>
        <p:spPr>
          <a:xfrm>
            <a:off x="0" y="1060704"/>
            <a:ext cx="7818120" cy="51210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Route Performance Analysis — compare route speed, cost and carrier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Route-level shipping time and cost, route speed-vs-cost comparisons, decomposition and carrier performance by route.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Balance delivery speed and shipping cost rather than evaluating either measure alone.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Supports evidence-based route and carrier selection.</a:t>
            </a:r>
          </a:p>
        </p:txBody>
      </p:sp>
      <p:pic>
        <p:nvPicPr>
          <p:cNvPr id="25" name="Picture 24" descr="_dashboard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88720"/>
            <a:ext cx="7516368" cy="508475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Shipping time</a:t>
            </a:r>
            <a:br/>
            <a:r>
              <a:t>Shipping cost</a:t>
            </a:r>
            <a:br/>
            <a:r>
              <a:t>Carrier performance</a:t>
            </a:r>
            <a:br/>
            <a:r>
              <a:t>Route performance</a:t>
            </a:r>
            <a:br/>
            <a:r>
              <a:t>Cost-time trade-offs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Comparing delivery speed and transportation cost together supports better route and carrier selection.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Balanced route and carrier evaluation supports more efficient logistics decisions.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55584" y="0"/>
            <a:ext cx="1274728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How can supply-chain KPIs be combined for quick performance analysis and decision-making?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67208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188720"/>
            <a:ext cx="40233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1" y="177393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On-Time Delivery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46888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246888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1" y="259689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Cost per Shipment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29184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3291840"/>
            <a:ext cx="73152" cy="6400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1" y="341985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Average Delivery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11480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79" y="411480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1" y="424281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Supplier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93776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493776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62671" y="506577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Freight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806440"/>
            <a:ext cx="39776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67717E"/>
                </a:solidFill>
                <a:latin typeface="Aptos"/>
              </a:defRPr>
            </a:pPr>
            <a:r>
              <a:t>Purpose: Consolidate core supply chain metrics into a single screen.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95980D-5A0F-DADA-3E15-6D15A386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643" y="1188720"/>
            <a:ext cx="7478403" cy="500657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Broader view connecting supplier, regional, revenue, and inspection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Supplier delivery performance, regional shipping cost, revenue by product type and inspection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Connect delivery, cost, revenue and quality indicators in one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broader end-to-end view of supply chain performance.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DDA629-1A3E-308A-2A69-4761F552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1" y="1188720"/>
            <a:ext cx="7369030" cy="48198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 – Analysis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analyzed and what the integrated dashboard helps us understand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2926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Delivery performance</a:t>
            </a:r>
            <a:br/>
            <a:r>
              <a:t>Transportation cost</a:t>
            </a:r>
            <a:br/>
            <a:r>
              <a:t>Supplier performance</a:t>
            </a:r>
            <a:br/>
            <a:r>
              <a:t>Product revenue</a:t>
            </a:r>
            <a:br/>
            <a:r>
              <a:t>Quality inspection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492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2926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4223D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93207" cy="23042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27303E"/>
                </a:solidFill>
                <a:latin typeface="Aptos"/>
              </a:defRPr>
            </a:pPr>
            <a:r>
              <a:t>A unified KPI dashboard provides a consolidated view of operational performance and helps identify bottlenecks across supply chain functions.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8813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Result: Integrated KPIs improve visibility across multiple supply chain functions.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Overall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Integrated insights across all three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Supplier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Multi-metric supplier evaluation helps identify supplier strengths and improvement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15544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Transportation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Mode-, location-, and carrier-level analysis helps identify major transportation cost drivers.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154680"/>
            <a:ext cx="73152" cy="15544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Route &amp; Carrier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6576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Combining delivery time and cost provides a balanced view of logistics efficiency.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1546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Advanced KPI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6576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Integrated KPIs provide an overall view of supply chain performance and operational bottlenecks.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Turning dashboard analysis into practical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34747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14223D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93207" cy="28529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• Supplier performance requires multiple performance indicators.</a:t>
            </a:r>
            <a:br/>
            <a:r>
              <a:t>• Transportation costs vary across modes, locations, and carriers.</a:t>
            </a:r>
            <a:br/>
            <a:r>
              <a:t>• Route and carrier efficiency depends on both cost and delivery speed.</a:t>
            </a:r>
            <a:br/>
            <a:r>
              <a:t>• Integrated KPIs improve overall supply chain performance monitoring.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34747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14223D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93207" cy="28529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1. Continuously monitor supplier performance scorecards.</a:t>
            </a:r>
            <a:br/>
            <a:r>
              <a:t>2. Review high-cost transportation routes and modes.</a:t>
            </a:r>
            <a:br/>
            <a:r>
              <a:t>3. Select routes and carriers using cost-time trade-offs.</a:t>
            </a:r>
            <a:br/>
            <a:r>
              <a:t>4. Use interactive KPI dashboards for ongoing performance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66360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Focus: Improve visibility → identify bottlenecks → optimize decisions → monitor performance.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raw data to actionable supply chain performance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18872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16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1 – Data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69164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Established a clean and structured dataset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31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33172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459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2 – Supply Chain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834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Used EDA and Power BI to identify patterns and monitor operational KPIs.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474720"/>
            <a:ext cx="73152" cy="914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602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3 – Advanced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77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Evaluated supplier, transportation, route, carrier, and KPI performance to support optimization.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66344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66344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79145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166359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Real-time supply chain data streaming and automated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6344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66344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4791455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166359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Predictive demand forecasting and machine-learning-based supplier risk assessment.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700" b="1">
                <a:solidFill>
                  <a:srgbClr val="D5EFF0"/>
                </a:solidFill>
                <a:latin typeface="Aptos"/>
              </a:defRPr>
            </a:pPr>
            <a:r>
              <a:t>Supply Chain Visibility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188F91"/>
                </a:solidFill>
                <a:latin typeface="Aptos"/>
              </a:defRPr>
            </a:pPr>
            <a:r>
              <a:t>Data-driven insights for smarter supply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CDD5E1"/>
                </a:solidFill>
                <a:latin typeface="Aptos"/>
              </a:defRPr>
            </a:pPr>
            <a:r>
              <a:t>25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2341</Words>
  <Application>Microsoft Office PowerPoint</Application>
  <PresentationFormat>Widescreen</PresentationFormat>
  <Paragraphs>388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Pochuru Supraja</cp:lastModifiedBy>
  <cp:revision>2</cp:revision>
  <dcterms:created xsi:type="dcterms:W3CDTF">2013-01-27T09:14:16Z</dcterms:created>
  <dcterms:modified xsi:type="dcterms:W3CDTF">2026-09-08T14:04:10Z</dcterms:modified>
  <cp:category/>
</cp:coreProperties>
</file>