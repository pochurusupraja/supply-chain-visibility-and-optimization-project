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26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8016" cy="6858000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-457200"/>
            <a:ext cx="3200400" cy="3200400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663440"/>
            <a:ext cx="2651760" cy="2651760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5394960"/>
            <a:ext cx="1005840" cy="1005840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7C448"/>
                </a:solidFill>
              </a:defRPr>
            </a:pPr>
            <a:r>
              <a:t>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Visibility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FE7F8"/>
                </a:solidFill>
              </a:defRPr>
            </a:pPr>
            <a:r>
              <a:t>Milestone 1 &amp; Milestone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46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FFFFFF"/>
                </a:solidFill>
              </a:defRPr>
            </a:pPr>
            <a:r>
              <a:t>Transforming supply chain data into actionable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005071"/>
            <a:ext cx="5776998" cy="1843069"/>
          </a:xfrm>
          <a:prstGeom prst="roundRect">
            <a:avLst/>
          </a:prstGeom>
          <a:solidFill>
            <a:srgbClr val="363D67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</a:defRPr>
            </a:pPr>
            <a:r>
              <a:t>Group 5 – Infosys Springboard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81728"/>
            <a:ext cx="4937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Vijetha 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 Supriya 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Supraja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 Srilatha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FFFFFF"/>
                </a:solidFill>
              </a:defRPr>
            </a:pPr>
            <a:r>
              <a:t>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Project journey from raw data to business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37160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07EC2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33756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93AA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Objectives &amp;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337560" cy="137160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9D95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Data Import &amp; 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337560" cy="137160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A5289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EDA &amp; -Defined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37560"/>
            <a:ext cx="3337560" cy="137160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B8539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Power BI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37560"/>
            <a:ext cx="333756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93AA0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Insights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visibility, analytics and decision-making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3337560" cy="214884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Planning, sourcing, manufacturing, transport and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08760"/>
            <a:ext cx="3337560" cy="214884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Monitor inventory, suppliers, logistics and fulfillment.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3337560" cy="214884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Identify bottlenecks, control costs and improve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62C52"/>
                </a:solidFill>
              </a:defRPr>
            </a:pPr>
            <a:r>
              <a:t>Tools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2560320" cy="64008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07EC2"/>
                </a:solidFill>
              </a:defRPr>
            </a:pPr>
            <a:r>
              <a:t>Python • Preprocessing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709160"/>
            <a:ext cx="2743200" cy="64008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491947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93AA0"/>
                </a:solidFill>
              </a:defRPr>
            </a:pPr>
            <a:r>
              <a:t>Power BI •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Common challenges in supply chain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291840" cy="137160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Shortages and excess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291840" cy="137160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Delays and logistics inefficiencies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291840" cy="137160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Higher operational expenses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329184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Inefficient inventory planning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00400"/>
            <a:ext cx="3291840" cy="137160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Supplier and product quality issues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00400"/>
            <a:ext cx="3291840" cy="1371600"/>
          </a:xfrm>
          <a:prstGeom prst="roundRect">
            <a:avLst/>
          </a:prstGeom>
          <a:solidFill>
            <a:srgbClr val="F4EFE1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Reduced customer satisfaction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394960"/>
            <a:ext cx="8503920" cy="594360"/>
          </a:xfrm>
          <a:prstGeom prst="roundRect">
            <a:avLst/>
          </a:prstGeom>
          <a:solidFill>
            <a:srgbClr val="262C52"/>
          </a:solidFill>
          <a:ln>
            <a:solidFill>
              <a:srgbClr val="26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1680" y="557784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 i="0">
                <a:solidFill>
                  <a:srgbClr val="FFFFFF"/>
                </a:solidFill>
              </a:defRPr>
            </a:pPr>
            <a:r>
              <a:t>Aim: Identify inefficiencies and support better decision-making.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What we aim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159105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2821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544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Analyze inventory, product, supplier and logistics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1" y="159105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72821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544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Identify missing values, duplicates and inconsistencies.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88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" y="300837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1455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9718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Clean and preprocess the dataset using Python.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28231" y="300837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31455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9718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Perform EDA to identify patterns and trends.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0624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0392" y="442569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4562855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Develop interactive Power BI dashboards.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0624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28231" y="442569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4562855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Generate actionable insights for optimization.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Dataset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dataset used for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2743200" cy="173736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693AA0"/>
                </a:solidFill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417320"/>
            <a:ext cx="2743200" cy="173736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307EC2"/>
                </a:solidFill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17320"/>
            <a:ext cx="2743200" cy="173736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239D95"/>
                </a:solidFill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Product: type, SKU, price, availability, sold and revenue.</a:t>
            </a:r>
          </a:p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Logistics: shipping time, carrier, cost, mode and route.</a:t>
            </a:r>
          </a:p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Supplier &amp; manufacturing: cost, lead time, inspection and defect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 Import &amp; Understanding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Initial inspection using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24231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07EC2"/>
                </a:solidFill>
              </a:defRPr>
            </a:pPr>
            <a:r>
              <a:t>df.head()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Preview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4231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3AA0"/>
                </a:solidFill>
              </a:defRPr>
            </a:pPr>
            <a:r>
              <a:t>df.shape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(1540, 24)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4231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39D95"/>
                </a:solidFill>
              </a:defRPr>
            </a:pPr>
            <a:r>
              <a:t>df.info()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Data types &amp; null 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554480"/>
            <a:ext cx="24231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B8539"/>
                </a:solidFill>
              </a:defRPr>
            </a:pPr>
            <a:r>
              <a:t>df.describe()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Statistical summary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160520"/>
            <a:ext cx="9144000" cy="777240"/>
          </a:xfrm>
          <a:prstGeom prst="roundRect">
            <a:avLst/>
          </a:prstGeom>
          <a:solidFill>
            <a:srgbClr val="262C52"/>
          </a:solidFill>
          <a:ln>
            <a:solidFill>
              <a:srgbClr val="26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40740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 i="0">
                <a:solidFill>
                  <a:srgbClr val="FFFFFF"/>
                </a:solidFill>
              </a:defRPr>
            </a:pPr>
            <a:r>
              <a:t>Purpose: Understand structure and identify data-quality issues before preprocessing.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 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Preparing a clean and reliable dataset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554480"/>
            <a:ext cx="621792" cy="621792"/>
          </a:xfrm>
          <a:prstGeom prst="ellipse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307EC2"/>
                </a:solidFill>
              </a:defRPr>
            </a:pPr>
            <a: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2880360" y="1554480"/>
            <a:ext cx="621792" cy="621792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693AA0"/>
                </a:solidFill>
              </a:defRPr>
            </a:pPr>
            <a:r>
              <a:t>Quality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1554480"/>
            <a:ext cx="621792" cy="621792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239D95"/>
                </a:solidFill>
              </a:defRPr>
            </a:pPr>
            <a:r>
              <a:t>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1554480"/>
            <a:ext cx="621792" cy="621792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EB8539"/>
                </a:solidFill>
              </a:defRPr>
            </a:pPr>
            <a: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738360" y="1554480"/>
            <a:ext cx="621792" cy="621792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38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DA5289"/>
                </a:solidFill>
              </a:defRPr>
            </a:pPr>
            <a: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43440"/>
                </a:solidFill>
              </a:defRPr>
            </a:pPr>
            <a:r>
              <a:t>•  Check missing values, duplicates, incorrect data types and formatting issues.</a:t>
            </a:r>
          </a:p>
          <a:p>
            <a:pPr>
              <a:spcAft>
                <a:spcPts val="900"/>
              </a:spcAft>
              <a:defRPr sz="1600">
                <a:solidFill>
                  <a:srgbClr val="343440"/>
                </a:solidFill>
              </a:defRPr>
            </a:pPr>
            <a:r>
              <a:t>•  Standardize the cleaned data and prepare it for Power BI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40" y="292608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EDA – Complete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95097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62C52"/>
                </a:solidFill>
              </a:defRPr>
            </a:pPr>
            <a:r>
              <a:t>Exploratory Data Analysis (EDA) is the process of examining, summarizing, cleaning, visualizing, and analyzing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0">
                <a:solidFill>
                  <a:srgbClr val="343440"/>
                </a:solidFill>
              </a:defRPr>
            </a:pPr>
            <a:r>
              <a:t>It helps us understand the data structure, identify patterns and anomalies, and discover useful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788920" cy="658368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07EC2"/>
                </a:solidFill>
              </a:defRPr>
            </a:pPr>
            <a:r>
              <a:t>Understand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240280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93AA0"/>
                </a:solidFill>
              </a:defRPr>
            </a:pPr>
            <a:r>
              <a:t>Data Quality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240280"/>
            <a:ext cx="2788920" cy="658368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39D95"/>
                </a:solidFill>
              </a:defRPr>
            </a:pPr>
            <a: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3957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3957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926080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82112"/>
            <a:ext cx="2788920" cy="658368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DA5289"/>
                </a:solidFill>
              </a:defRPr>
            </a:pPr>
            <a:r>
              <a:rPr lang="en-IN"/>
              <a:t>Multivariate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182112"/>
            <a:ext cx="2788920" cy="658368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59" y="338328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t>Bivariate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182112"/>
            <a:ext cx="2788920" cy="658368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4361" y="3373730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DA5289"/>
                </a:solidFill>
              </a:defRPr>
            </a:pPr>
            <a:r>
              <a:rPr kumimoji="0" lang="en-IN" sz="1150" b="1" i="0" u="none" strike="noStrike" kern="1200" cap="none" spc="0" normalizeH="0" baseline="0" noProof="0">
                <a:ln>
                  <a:noFill/>
                </a:ln>
                <a:solidFill>
                  <a:srgbClr val="DA52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Univariate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337560"/>
            <a:ext cx="530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rPr lang="en-IN"/>
              <a:t>←</a:t>
            </a:r>
          </a:p>
          <a:p>
            <a:pPr algn="ctr">
              <a:defRPr sz="2000" b="1">
                <a:solidFill>
                  <a:srgbClr val="696976"/>
                </a:solidFill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13448" y="3337560"/>
            <a:ext cx="53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rPr lang="en-IN"/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67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23944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93AA0"/>
                </a:solidFill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4123944"/>
            <a:ext cx="2788920" cy="658368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59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39D95"/>
                </a:solidFill>
              </a:defRPr>
            </a:pPr>
            <a:r>
              <a:t>Visualization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123944"/>
            <a:ext cx="2788920" cy="658368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DA5289"/>
                </a:solidFill>
              </a:defRPr>
            </a:pPr>
            <a:r>
              <a:t>Find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42793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2793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48097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065776"/>
            <a:ext cx="2788920" cy="658368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5266944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rPr lang="en-GB"/>
              <a:t>conclusions</a:t>
            </a: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17920" y="5065776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6309359" y="5266944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rPr lang="en-IN">
                <a:solidFill>
                  <a:schemeClr val="accent4">
                    <a:lumMod val="75000"/>
                  </a:schemeClr>
                </a:solidFill>
              </a:rPr>
              <a:t>Business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0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Formula Reference – Supply Chain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Useful formulas for the dashboard and presentation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Inventory Turnover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COGS ÷ Average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inventory movement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Average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(Beginning + Ending Inventory) ÷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Used to calculate inventory turnover.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Fulfillment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On-Time Deliveries ÷ Total Deliveries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Percentage of deliveries completed 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Price × Products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Revenue generated from product sales.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Defect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Defective ÷ Total Inspected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the proportion of defective units.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Inventory Share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Inventory via Mode ÷ Total Inventory ×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Contribution of each transport mode.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Formula Reference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Formula Reference – Analysis &amp;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Additional formulas for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Average Shipping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Σ Delivery Time ÷ Number of Deliveries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Average time taken for shipments.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Actual −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Difference between achieved and expected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On-Time Delivery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CALCULATE(COUNTROWS(Orders), Delivery Status = "On Time")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Counts orders delivered 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On-Time Delivery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DIVIDE([On-Time Delivery], [Total Delivery])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Power BI measure for on-time percentage.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Total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COUNTROWS(Orders)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Counts order records in the dataset.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Total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SUM(Orders[Revenue_generated])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Aggregates revenue for the dashboard.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Formula Reference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Milestone 2 – KPI &amp; Performance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95097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Formulas and measures used for dashboard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COUNTROWS(Orders)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Number of order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SUM(Revenue_generated)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Total revenue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Inventory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COGS ÷ Average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inventory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Fulfillment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On-Time Deliveries ÷ Total Deliveries ×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delivery performance.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Actual −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Compares actual performance with the target.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Avg. Delivery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Σ Delivery Time ÷ Number of Deliveries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average delivery duration.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Milestone 2 – Supply Chain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Analysis Areas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657600" cy="12344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EB8539"/>
                </a:solidFill>
              </a:defRPr>
            </a:pPr>
            <a:r>
              <a:t>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62C52"/>
                </a:solidFill>
              </a:defRPr>
            </a:pPr>
            <a:r>
              <a:t>Variance = Actual −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344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435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Total Orders / Sales / Inventory / On-Time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35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Inventory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33172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25328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Category Sales &amp; Product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33172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5328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Warehouse Inventory / Inventory Trend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42900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630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Daily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2900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630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On-Time vs Delayed Delivery by Region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526279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472744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Average Delivery Time Trend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526279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472744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Drill-down /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8064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EB8539"/>
                </a:solidFill>
              </a:defRPr>
            </a:pPr>
            <a:r>
              <a:t>Drill-down path: Region → State → City → Warehouse →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Dashboard 1 – Supply Chain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Actual 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25880"/>
            <a:ext cx="83667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08-16 at 12.48.00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7338"/>
            <a:ext cx="8001000" cy="45005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06840" y="1325880"/>
            <a:ext cx="2743200" cy="4983480"/>
          </a:xfrm>
          <a:prstGeom prst="roundRect">
            <a:avLst/>
          </a:prstGeom>
          <a:solidFill>
            <a:srgbClr val="F9F8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KEY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Total Inventory: 75.62K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Inventory Value: 3.75M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83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Inventory Turnover: 9.39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Total Revenue: 8.84M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Avg. Shipping Time: 5.74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303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Fulfillment Rate: 90.38%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Dashboard 2 – Product &amp; Supplier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Actual 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25880"/>
            <a:ext cx="83667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08-16 at 12.48.0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7338"/>
            <a:ext cx="8001000" cy="45005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06840" y="1325880"/>
            <a:ext cx="2743200" cy="4983480"/>
          </a:xfrm>
          <a:prstGeom prst="roundRect">
            <a:avLst/>
          </a:prstGeom>
          <a:solidFill>
            <a:srgbClr val="F9F8FC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KEY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Supplier 1: highest inventory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Cosmetics: higher defect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83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Pending inspections: 45.15%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Road inventory share: 41.37%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Sales by supplier and product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303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Carrier shipping-time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Key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What the dashboards reveal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246120" cy="169164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Skincare contributes strongly to inventory and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6916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Road has the largest inventory share (41.37%).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25880"/>
            <a:ext cx="3246120" cy="169164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On-time fulfillment is 90.38%.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246120" cy="169164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Shipping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Average shipping time is 5.74 days.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246120" cy="169164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Supplier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Supplier 1 has the highest inventory value.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474720"/>
            <a:ext cx="3246120" cy="16916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39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Cosmetics show comparatively higher defect values.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From cleaned data to actionable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93AA0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4709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Python preprocessing produced a structured dataset.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EDA helped identify patterns, trends and anomalies.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Power BI dashboards provide clear supply chain visibility.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Insights support inventory, supplier, quality and logistics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93AA0"/>
                </a:solidFill>
              </a:defRPr>
            </a:pPr>
            <a: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Improve quality checks • Reduce pending inspections • Optimize 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93AA0"/>
                </a:solidFill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Demand forecasting using predictive analytics.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Machine-learning based supplier risk assessment.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Automated reporting for real-time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291840" cy="3291840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663440"/>
            <a:ext cx="2560320" cy="2560320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FE7F8"/>
                </a:solidFill>
              </a:defRPr>
            </a:pPr>
            <a:r>
              <a:t>Supply Chain 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Group 5 – Infosys Springboard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40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Vijetha  •  Supriya  •  Supraja  •  Srilatha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00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F7C448"/>
                </a:solidFill>
              </a:defRPr>
            </a:pPr>
            <a:r>
              <a:t>Data-driven insights for smarter supply chains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828800"/>
            <a:ext cx="2468880" cy="2468880"/>
          </a:xfrm>
          <a:prstGeom prst="roundRect">
            <a:avLst/>
          </a:prstGeom>
          <a:solidFill>
            <a:srgbClr val="363D67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1211</Words>
  <Application>Microsoft Office PowerPoint</Application>
  <PresentationFormat>Widescreen</PresentationFormat>
  <Paragraphs>268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Pochuru Supraja</cp:lastModifiedBy>
  <cp:revision>5</cp:revision>
  <dcterms:created xsi:type="dcterms:W3CDTF">2013-01-27T09:14:16Z</dcterms:created>
  <dcterms:modified xsi:type="dcterms:W3CDTF">2026-09-08T14:03:38Z</dcterms:modified>
  <cp:category/>
</cp:coreProperties>
</file>